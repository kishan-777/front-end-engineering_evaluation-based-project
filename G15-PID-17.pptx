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i="1" u="sng" dirty="0" err="1"/>
              <a:t>PheW</a:t>
            </a:r>
            <a:r>
              <a:rPr i="1" u="sng" dirty="0"/>
              <a:t> </a:t>
            </a:r>
            <a:r>
              <a:rPr i="1" u="sng" dirty="0" err="1"/>
              <a:t>TuBe</a:t>
            </a:r>
            <a:r>
              <a:rPr i="1" u="sng" dirty="0"/>
              <a:t>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rPr sz="1600" dirty="0"/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rPr sz="1400" dirty="0"/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4341894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rPr u="sng" dirty="0"/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rPr sz="1600" dirty="0"/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rPr sz="1400" dirty="0"/>
              <a:t>Technical Trainer, Department of CSE</a:t>
            </a:r>
            <a:br>
              <a:rPr sz="1400" dirty="0"/>
            </a:br>
            <a:r>
              <a:rPr sz="1400" dirty="0"/>
              <a:t>Chitkara University Institute of Engineering &amp;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566160"/>
            <a:ext cx="3648819" cy="14568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rPr u="sng" dirty="0"/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rPr sz="1400" dirty="0"/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rPr sz="1400" dirty="0"/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rPr sz="1400" dirty="0"/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rPr sz="1400" dirty="0" err="1"/>
              <a:t>Soumajit</a:t>
            </a:r>
            <a:r>
              <a:rPr sz="1400" dirty="0"/>
              <a:t> </a:t>
            </a:r>
            <a:r>
              <a:rPr sz="1400" dirty="0" err="1"/>
              <a:t>Majee</a:t>
            </a:r>
            <a:r>
              <a:rPr sz="1400" dirty="0"/>
              <a:t> — Roll No: 2510990383 (G-15)</a:t>
            </a:r>
          </a:p>
        </p:txBody>
      </p:sp>
    </p:spTree>
  </p:cSld>
  <p:clrMapOvr>
    <a:masterClrMapping/>
  </p:clrMapOvr>
  <p:transition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39857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rPr sz="1600" i="1" u="sng" dirty="0"/>
              <a:t>Phase 1 vs Phase 2 Focus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Phase 1 Foundation: </a:t>
            </a:r>
            <a:r>
              <a:rPr sz="1600" dirty="0">
                <a:solidFill>
                  <a:srgbClr val="CDD2DC"/>
                </a:solidFill>
              </a:rPr>
              <a:t>Established responsive video card grids, category chips, and external links.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Phase 2 Transition: </a:t>
            </a:r>
            <a:r>
              <a:rPr sz="1600" dirty="0">
                <a:solidFill>
                  <a:srgbClr val="CDD2DC"/>
                </a:solidFill>
              </a:rPr>
              <a:t>Elevated </a:t>
            </a:r>
            <a:r>
              <a:rPr sz="1600" dirty="0" err="1">
                <a:solidFill>
                  <a:srgbClr val="CDD2DC"/>
                </a:solidFill>
              </a:rPr>
              <a:t>PheW</a:t>
            </a:r>
            <a:r>
              <a:rPr sz="1600" dirty="0">
                <a:solidFill>
                  <a:srgbClr val="CDD2DC"/>
                </a:solidFill>
              </a:rPr>
              <a:t> </a:t>
            </a:r>
            <a:r>
              <a:rPr sz="1600" dirty="0" err="1">
                <a:solidFill>
                  <a:srgbClr val="CDD2DC"/>
                </a:solidFill>
              </a:rPr>
              <a:t>TuBe</a:t>
            </a:r>
            <a:r>
              <a:rPr sz="1600" dirty="0">
                <a:solidFill>
                  <a:srgbClr val="CDD2DC"/>
                </a:solidFill>
              </a:rPr>
              <a:t> into an authentic, stateful Single Page Application (SPA).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Zero Page Reloads: </a:t>
            </a:r>
            <a:r>
              <a:rPr sz="1600" dirty="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39857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rPr sz="1600" i="1" u="sng" dirty="0"/>
              <a:t>Core Technical Objectives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In-Site Streaming: </a:t>
            </a:r>
            <a:r>
              <a:rPr sz="1600" dirty="0">
                <a:solidFill>
                  <a:srgbClr val="CDD2DC"/>
                </a:solidFill>
              </a:rPr>
              <a:t>Deep link /watch/:id powered by </a:t>
            </a:r>
            <a:r>
              <a:rPr sz="1600" dirty="0" err="1">
                <a:solidFill>
                  <a:srgbClr val="CDD2DC"/>
                </a:solidFill>
              </a:rPr>
              <a:t>useParams</a:t>
            </a:r>
            <a:r>
              <a:rPr sz="1600" dirty="0">
                <a:solidFill>
                  <a:srgbClr val="CDD2DC"/>
                </a:solidFill>
              </a:rPr>
              <a:t>() with embedded 16:9 streaming.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DOM Control via </a:t>
            </a:r>
            <a:r>
              <a:rPr sz="1600" b="1" dirty="0" err="1">
                <a:solidFill>
                  <a:srgbClr val="FFFFFF"/>
                </a:solidFill>
              </a:rPr>
              <a:t>useRef</a:t>
            </a:r>
            <a:r>
              <a:rPr sz="1600" b="1" dirty="0">
                <a:solidFill>
                  <a:srgbClr val="FFFFFF"/>
                </a:solidFill>
              </a:rPr>
              <a:t>: </a:t>
            </a:r>
            <a:r>
              <a:rPr sz="1600" dirty="0">
                <a:solidFill>
                  <a:srgbClr val="CDD2DC"/>
                </a:solidFill>
              </a:rPr>
              <a:t>Direct focus on comment inputs and auto-scroll control without synthetic re-renders.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Global Context API: </a:t>
            </a:r>
            <a:r>
              <a:rPr sz="1600" dirty="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3493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rPr sz="1600" i="1" u="sng" dirty="0"/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Up-Next Queue: </a:t>
            </a:r>
            <a:r>
              <a:rPr sz="1600" dirty="0">
                <a:solidFill>
                  <a:srgbClr val="CDD2DC"/>
                </a:solidFill>
              </a:rPr>
              <a:t>Dynamic video swapping via </a:t>
            </a:r>
            <a:r>
              <a:rPr sz="1600" dirty="0" err="1">
                <a:solidFill>
                  <a:srgbClr val="CDD2DC"/>
                </a:solidFill>
              </a:rPr>
              <a:t>useNavigate</a:t>
            </a:r>
            <a:r>
              <a:rPr sz="1600" dirty="0">
                <a:solidFill>
                  <a:srgbClr val="CDD2DC"/>
                </a:solidFill>
              </a:rPr>
              <a:t>() with synchronized channel metadata.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Working Action Controls: </a:t>
            </a:r>
            <a:r>
              <a:rPr sz="1600" dirty="0">
                <a:solidFill>
                  <a:srgbClr val="CDD2DC"/>
                </a:solidFill>
              </a:rPr>
              <a:t>Real Like increments, Share link copier, and Watch Later bookmarking.</a:t>
            </a:r>
            <a:endParaRPr lang="en-IN"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endParaRPr sz="1600" dirty="0">
              <a:solidFill>
                <a:srgbClr val="CDD2DC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Responsive Parity: </a:t>
            </a:r>
            <a:r>
              <a:rPr sz="1600" dirty="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400" i="1" u="sng" dirty="0"/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6671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/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Hooks: </a:t>
            </a:r>
            <a:r>
              <a:rPr sz="1600" dirty="0" err="1">
                <a:solidFill>
                  <a:srgbClr val="CDD2DC"/>
                </a:solidFill>
              </a:rPr>
              <a:t>useState</a:t>
            </a:r>
            <a:r>
              <a:rPr sz="1600" dirty="0">
                <a:solidFill>
                  <a:srgbClr val="CDD2DC"/>
                </a:solidFill>
              </a:rPr>
              <a:t>, </a:t>
            </a:r>
            <a:r>
              <a:rPr sz="1600" dirty="0" err="1">
                <a:solidFill>
                  <a:srgbClr val="CDD2DC"/>
                </a:solidFill>
              </a:rPr>
              <a:t>useEffect</a:t>
            </a:r>
            <a:r>
              <a:rPr sz="1600" dirty="0">
                <a:solidFill>
                  <a:srgbClr val="CDD2DC"/>
                </a:solidFill>
              </a:rPr>
              <a:t>, </a:t>
            </a:r>
            <a:r>
              <a:rPr sz="1600" dirty="0" err="1">
                <a:solidFill>
                  <a:srgbClr val="CDD2DC"/>
                </a:solidFill>
              </a:rPr>
              <a:t>useRef</a:t>
            </a:r>
            <a:r>
              <a:rPr sz="1600" dirty="0">
                <a:solidFill>
                  <a:srgbClr val="CDD2DC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75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rPr sz="1600" i="1" u="sng" dirty="0"/>
              <a:t>React Router v6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Declarative &lt;</a:t>
            </a:r>
            <a:r>
              <a:rPr sz="1400" dirty="0" err="1">
                <a:solidFill>
                  <a:srgbClr val="CDD2DC"/>
                </a:solidFill>
              </a:rPr>
              <a:t>ProtectedRoute</a:t>
            </a:r>
            <a:r>
              <a:rPr sz="1400" dirty="0">
                <a:solidFill>
                  <a:srgbClr val="CDD2DC"/>
                </a:solidFill>
              </a:rPr>
              <a:t> /&gt; security.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Seamless </a:t>
            </a:r>
            <a:r>
              <a:rPr sz="1400" dirty="0" err="1">
                <a:solidFill>
                  <a:srgbClr val="CDD2DC"/>
                </a:solidFill>
              </a:rPr>
              <a:t>useNavigate</a:t>
            </a:r>
            <a:r>
              <a:rPr sz="1400" dirty="0">
                <a:solidFill>
                  <a:srgbClr val="CDD2DC"/>
                </a:solidFill>
              </a:rPr>
              <a:t>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554481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/>
              <a:t>Tailwind CSS 3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Strict YouTube aesthetics alignment</a:t>
            </a:r>
            <a:r>
              <a:rPr sz="1050" dirty="0">
                <a:solidFill>
                  <a:srgbClr val="CDD2DC"/>
                </a:solidFill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3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rPr sz="1600" i="1" u="sng" dirty="0"/>
              <a:t>Context API &amp; </a:t>
            </a:r>
            <a:r>
              <a:rPr sz="1600" i="1" u="sng" dirty="0" err="1"/>
              <a:t>LocalStorage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Centralized global </a:t>
            </a:r>
            <a:r>
              <a:rPr sz="1600" dirty="0" err="1">
                <a:solidFill>
                  <a:srgbClr val="CDD2DC"/>
                </a:solidFill>
              </a:rPr>
              <a:t>AppContext</a:t>
            </a:r>
            <a:r>
              <a:rPr sz="1600" dirty="0">
                <a:solidFill>
                  <a:srgbClr val="CDD2DC"/>
                </a:solidFill>
              </a:rPr>
              <a:t> bus.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rPr sz="1600" i="1" u="sng" dirty="0"/>
              <a:t>YouTube Data API v3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75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/>
              <a:t>Vite 5 (Build Tool)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rPr sz="1600" i="1" u="sng" dirty="0" err="1"/>
              <a:t>Navbar.jsx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Collapsible hamburger drawer toggle</a:t>
            </a:r>
            <a:r>
              <a:rPr sz="1050" dirty="0">
                <a:solidFill>
                  <a:srgbClr val="CDD2DC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75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 err="1"/>
              <a:t>Sidebar.jsx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Main routes: </a:t>
            </a:r>
            <a:r>
              <a:rPr sz="1400" dirty="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Protected: </a:t>
            </a:r>
            <a:r>
              <a:rPr sz="1400" dirty="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rPr sz="1600" i="1" u="sng" dirty="0" err="1"/>
              <a:t>VideoCard.jsx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75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rPr sz="1600" i="1" u="sng" dirty="0" err="1"/>
              <a:t>WatchPage.jsx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Action controls: </a:t>
            </a:r>
            <a:r>
              <a:rPr sz="1400" dirty="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Real-time </a:t>
            </a:r>
            <a:r>
              <a:rPr sz="1400" dirty="0" err="1">
                <a:solidFill>
                  <a:srgbClr val="CDD2DC"/>
                </a:solidFill>
              </a:rPr>
              <a:t>useRef</a:t>
            </a:r>
            <a:r>
              <a:rPr sz="1400" dirty="0">
                <a:solidFill>
                  <a:srgbClr val="CDD2DC"/>
                </a:solidFill>
              </a:rPr>
              <a:t>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rPr sz="1600" i="1" u="sng" dirty="0" err="1"/>
              <a:t>AuthModal.jsx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Session persistence via </a:t>
            </a:r>
            <a:r>
              <a:rPr sz="1400" dirty="0" err="1">
                <a:solidFill>
                  <a:srgbClr val="CDD2DC"/>
                </a:solidFill>
              </a:rPr>
              <a:t>LocalStorage</a:t>
            </a:r>
            <a:r>
              <a:rPr sz="1400" dirty="0">
                <a:solidFill>
                  <a:srgbClr val="CDD2DC"/>
                </a:solidFill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5440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 err="1"/>
              <a:t>SettingsModal.jsx</a:t>
            </a:r>
            <a:endParaRPr sz="1600" i="1" u="sng" dirty="0"/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400" dirty="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ideo_playing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14600"/>
            <a:ext cx="5029200" cy="2146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62683" y="1418525"/>
            <a:ext cx="4582904" cy="44781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rPr sz="1600" i="1" u="sng" dirty="0"/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100% In-Site Video Playback: </a:t>
            </a:r>
            <a:r>
              <a:rPr sz="1600" dirty="0">
                <a:solidFill>
                  <a:srgbClr val="CDD2DC"/>
                </a:solidFill>
              </a:rPr>
              <a:t>Media streams directly inside </a:t>
            </a:r>
            <a:r>
              <a:rPr sz="1600" dirty="0" err="1">
                <a:solidFill>
                  <a:srgbClr val="CDD2DC"/>
                </a:solidFill>
              </a:rPr>
              <a:t>PheW</a:t>
            </a:r>
            <a:r>
              <a:rPr sz="1600" dirty="0">
                <a:solidFill>
                  <a:srgbClr val="CDD2DC"/>
                </a:solidFill>
              </a:rPr>
              <a:t> </a:t>
            </a:r>
            <a:r>
              <a:rPr sz="1600" dirty="0" err="1">
                <a:solidFill>
                  <a:srgbClr val="CDD2DC"/>
                </a:solidFill>
              </a:rPr>
              <a:t>TuBe</a:t>
            </a:r>
            <a:r>
              <a:rPr sz="1600" dirty="0">
                <a:solidFill>
                  <a:srgbClr val="CDD2DC"/>
                </a:solidFill>
              </a:rPr>
              <a:t>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Working Interactive Controls: </a:t>
            </a:r>
            <a:r>
              <a:rPr sz="1600" dirty="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Channel Subscription Engine: </a:t>
            </a:r>
            <a:r>
              <a:rPr sz="1600" dirty="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Up-Next Recommendation Sidebar: </a:t>
            </a:r>
            <a:r>
              <a:rPr sz="1600" dirty="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Full Video Metadata: </a:t>
            </a:r>
            <a:r>
              <a:rPr sz="1600" dirty="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Interactive Comments with </a:t>
            </a:r>
            <a:r>
              <a:rPr sz="2800" i="1" u="sng" dirty="0" err="1"/>
              <a:t>useRef</a:t>
            </a:r>
            <a:r>
              <a:rPr sz="2800" i="1" u="sng" dirty="0"/>
              <a:t>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peech_search_glo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6040"/>
            <a:ext cx="5029200" cy="18663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39857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rPr sz="1600" i="1" u="sng" dirty="0"/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Native Web Speech API Mic: </a:t>
            </a:r>
            <a:r>
              <a:rPr sz="1600" dirty="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DOM Control via </a:t>
            </a:r>
            <a:r>
              <a:rPr sz="1600" b="1" dirty="0" err="1">
                <a:solidFill>
                  <a:srgbClr val="FFFFFF"/>
                </a:solidFill>
              </a:rPr>
              <a:t>useRef</a:t>
            </a:r>
            <a:r>
              <a:rPr sz="1600" b="1" dirty="0">
                <a:solidFill>
                  <a:srgbClr val="FFFFFF"/>
                </a:solidFill>
              </a:rPr>
              <a:t>: </a:t>
            </a:r>
            <a:r>
              <a:rPr sz="1600" dirty="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Real-Time Discussion Thread: </a:t>
            </a:r>
            <a:r>
              <a:rPr sz="1600" dirty="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Sorting &amp; Filtering Engine: </a:t>
            </a:r>
            <a:r>
              <a:rPr sz="1600" dirty="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Comment Engagement Metrics: </a:t>
            </a:r>
            <a:r>
              <a:rPr sz="1600" dirty="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231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rPr sz="1600" i="1" u="sng" dirty="0"/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Dedicated Auth Modal: </a:t>
            </a:r>
            <a:r>
              <a:rPr sz="1600" dirty="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Strict Protected Route Gatekeeper: </a:t>
            </a:r>
            <a:r>
              <a:rPr sz="1600" dirty="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Non-Disruptive Interception: </a:t>
            </a:r>
            <a:r>
              <a:rPr sz="1600" dirty="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Automatic Session Hydration: </a:t>
            </a:r>
            <a:r>
              <a:rPr sz="1600" dirty="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Session Persistence: </a:t>
            </a:r>
            <a:r>
              <a:rPr sz="1600" dirty="0">
                <a:solidFill>
                  <a:srgbClr val="CDD2DC"/>
                </a:solidFill>
              </a:rPr>
              <a:t>Stores encrypted session state in </a:t>
            </a:r>
            <a:r>
              <a:rPr sz="1600" dirty="0" err="1">
                <a:solidFill>
                  <a:srgbClr val="CDD2DC"/>
                </a:solidFill>
              </a:rPr>
              <a:t>LocalStorage</a:t>
            </a:r>
            <a:r>
              <a:rPr sz="1600" dirty="0">
                <a:solidFill>
                  <a:srgbClr val="CDD2DC"/>
                </a:solidFill>
              </a:rPr>
              <a:t>, preserving login across browser reloads.</a:t>
            </a:r>
          </a:p>
        </p:txBody>
      </p:sp>
    </p:spTree>
  </p:cSld>
  <p:clrMapOvr>
    <a:masterClrMapping/>
  </p:clrMapOvr>
  <p:transition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600" i="1" u="sng" dirty="0"/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39857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rPr sz="1600" i="1" u="sng" dirty="0"/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Authentic YouTube Settings UI: </a:t>
            </a:r>
            <a:r>
              <a:rPr sz="1600" dirty="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Display Theme Engine: </a:t>
            </a:r>
            <a:r>
              <a:rPr sz="1600" dirty="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Autoplay Next Video: </a:t>
            </a:r>
            <a:r>
              <a:rPr sz="1600" dirty="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HD 1080p Stream Quality: </a:t>
            </a:r>
            <a:r>
              <a:rPr sz="1600" dirty="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</a:rPr>
              <a:t>• Storage &amp; Cache Controls: </a:t>
            </a:r>
            <a:r>
              <a:rPr sz="1600" dirty="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33496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rPr sz="1600" i="1" u="sng" dirty="0"/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react-infinite-scroll-component: </a:t>
            </a:r>
            <a:r>
              <a:rPr sz="2000" dirty="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Zero Churn Reconciliation: </a:t>
            </a:r>
            <a:r>
              <a:rPr sz="2000" dirty="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Scroll Trigger Geometry: </a:t>
            </a:r>
            <a:r>
              <a:rPr sz="2000" dirty="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33496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rPr sz="1600" i="1" u="sng" dirty="0"/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Google Cloud YouTube API v3: </a:t>
            </a:r>
            <a:r>
              <a:rPr sz="2000" dirty="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Live Key Manager: </a:t>
            </a:r>
            <a:r>
              <a:rPr sz="2000" dirty="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2000" b="1" dirty="0">
                <a:solidFill>
                  <a:srgbClr val="FFFFFF"/>
                </a:solidFill>
              </a:rPr>
              <a:t>• Resilient Offline Fallback: </a:t>
            </a:r>
            <a:r>
              <a:rPr sz="2000" dirty="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rPr sz="2800" i="1" u="sng" dirty="0"/>
              <a:t>Multi-Device Responsive Design &amp; Viewport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responsive_i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508760"/>
            <a:ext cx="4895115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39036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rPr sz="1600" i="1" u="sng" dirty="0"/>
              <a:t>Responsive Viewport Adaptations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Tablet / iPad Pro (1032 x 1376px): </a:t>
            </a:r>
            <a:r>
              <a:rPr sz="1400" dirty="0">
                <a:solidFill>
                  <a:srgbClr val="CDD2DC"/>
                </a:solidFill>
              </a:rPr>
              <a:t>Fluid 2-column video card grid dynamically adapting from desktop 4-column feed with zero clipping.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Collapsed Mini-Rail Sidebar: </a:t>
            </a:r>
            <a:r>
              <a:rPr sz="1400" dirty="0">
                <a:solidFill>
                  <a:srgbClr val="CDD2DC"/>
                </a:solidFill>
              </a:rPr>
              <a:t>Maximizes content viewport area on tablet devices by shrinking 240px sidebar into compact icon rail.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Desktop Viewport (1440px+): </a:t>
            </a:r>
            <a:r>
              <a:rPr sz="1400" dirty="0">
                <a:solidFill>
                  <a:srgbClr val="CDD2DC"/>
                </a:solidFill>
              </a:rPr>
              <a:t>Expansive widescreen layout with full drawer sidebar, 4-column grid, and dedicated Up-Next rail.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Mobile Viewport (375px - 480px): </a:t>
            </a:r>
            <a:r>
              <a:rPr sz="1400" dirty="0">
                <a:solidFill>
                  <a:srgbClr val="CDD2DC"/>
                </a:solidFill>
              </a:rPr>
              <a:t>Single-column video stream with bottom drawer navigation and touch-optimized controls.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Tailwind Breakpoint Matrix: </a:t>
            </a:r>
            <a:r>
              <a:rPr sz="1400" dirty="0">
                <a:solidFill>
                  <a:srgbClr val="CDD2DC"/>
                </a:solidFill>
              </a:rPr>
              <a:t>Uses strict responsive utility classes (</a:t>
            </a:r>
            <a:r>
              <a:rPr sz="1400" dirty="0" err="1">
                <a:solidFill>
                  <a:srgbClr val="CDD2DC"/>
                </a:solidFill>
              </a:rPr>
              <a:t>sm</a:t>
            </a:r>
            <a:r>
              <a:rPr sz="1400" dirty="0">
                <a:solidFill>
                  <a:srgbClr val="CDD2DC"/>
                </a:solidFill>
              </a:rPr>
              <a:t>, md, lg, xl, 2xl) eliminating horizontal scrollbars.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FFFFFF"/>
                </a:solidFill>
              </a:rPr>
              <a:t>• </a:t>
            </a:r>
            <a:r>
              <a:rPr sz="1400" b="1" dirty="0" err="1">
                <a:solidFill>
                  <a:srgbClr val="FFFFFF"/>
                </a:solidFill>
              </a:rPr>
              <a:t>DevTools</a:t>
            </a:r>
            <a:r>
              <a:rPr sz="1400" b="1" dirty="0">
                <a:solidFill>
                  <a:srgbClr val="FFFFFF"/>
                </a:solidFill>
              </a:rPr>
              <a:t> Emulation Audit: </a:t>
            </a:r>
            <a:r>
              <a:rPr sz="1400" dirty="0">
                <a:solidFill>
                  <a:srgbClr val="CDD2DC"/>
                </a:solidFill>
              </a:rPr>
              <a:t>Verified and tested across iPad Pro, iPad Mini, and iPhone viewports via Chrome </a:t>
            </a:r>
            <a:r>
              <a:rPr sz="1400" dirty="0" err="1">
                <a:solidFill>
                  <a:srgbClr val="CDD2DC"/>
                </a:solidFill>
              </a:rPr>
              <a:t>DevTools</a:t>
            </a:r>
            <a:r>
              <a:rPr sz="1400" dirty="0">
                <a:solidFill>
                  <a:srgbClr val="CDD2DC"/>
                </a:solidFill>
              </a:rPr>
              <a:t>.</a:t>
            </a:r>
          </a:p>
        </p:txBody>
      </p:sp>
    </p:spTree>
  </p:cSld>
  <p:clrMapOvr>
    <a:masterClrMapping/>
  </p:clrMapOvr>
  <p:transition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2021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sz="4800" i="1" u="sng" dirty="0"/>
              <a:t>THANK YOU</a:t>
            </a:r>
          </a:p>
          <a:p>
            <a:pPr algn="ctr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rPr dirty="0" err="1"/>
              <a:t>PheW</a:t>
            </a:r>
            <a:r>
              <a:rPr dirty="0"/>
              <a:t> </a:t>
            </a:r>
            <a:r>
              <a:rPr dirty="0" err="1"/>
              <a:t>TuBe</a:t>
            </a:r>
            <a:r>
              <a:rPr dirty="0"/>
              <a:t>: High-Performance Video Streaming Platform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rPr sz="1600" dirty="0"/>
              <a:t>Department of Computer Science &amp; Engineering • Chitkara University, Punjab</a:t>
            </a:r>
          </a:p>
          <a:p>
            <a:pPr algn="ctr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rPr sz="1600" dirty="0"/>
              <a:t>GROUP G15 • PROJECT ID: G15-PID-17 • EVALUATION-II (PHASE 2)</a:t>
            </a:r>
          </a:p>
        </p:txBody>
      </p:sp>
    </p:spTree>
  </p:cSld>
  <p:clrMapOvr>
    <a:masterClrMapping/>
  </p:clrMapOvr>
  <p:transition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1698</Words>
  <Application>Microsoft Office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hrkishankush@gmail.com</cp:lastModifiedBy>
  <cp:revision>2</cp:revision>
  <dcterms:created xsi:type="dcterms:W3CDTF">2013-01-27T09:14:16Z</dcterms:created>
  <dcterms:modified xsi:type="dcterms:W3CDTF">2026-10-25T14:22:47Z</dcterms:modified>
  <cp:category/>
</cp:coreProperties>
</file>